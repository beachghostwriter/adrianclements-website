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3"/>
  </p:notesMasterIdLst>
  <p:handoutMasterIdLst>
    <p:handoutMasterId r:id="rId4"/>
  </p:handoutMasterIdLst>
  <p:sldIdLst>
    <p:sldId id="6260" r:id="rId2"/>
  </p:sldIdLst>
  <p:sldSz cx="9906000" cy="6858000" type="A4"/>
  <p:notesSz cx="6858000" cy="9875838"/>
  <p:defaultTextStyle>
    <a:defPPr>
      <a:defRPr lang="de-DE"/>
    </a:defPPr>
    <a:lvl1pPr algn="l" rtl="0" fontAlgn="base">
      <a:spcBef>
        <a:spcPct val="5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5pPr>
    <a:lvl6pPr marL="2286000" algn="l" defTabSz="914400" rtl="0" eaLnBrk="1" latinLnBrk="0" hangingPunct="1"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6pPr>
    <a:lvl7pPr marL="2743200" algn="l" defTabSz="914400" rtl="0" eaLnBrk="1" latinLnBrk="0" hangingPunct="1"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7pPr>
    <a:lvl8pPr marL="3200400" algn="l" defTabSz="914400" rtl="0" eaLnBrk="1" latinLnBrk="0" hangingPunct="1"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8pPr>
    <a:lvl9pPr marL="3657600" algn="l" defTabSz="914400" rtl="0" eaLnBrk="1" latinLnBrk="0" hangingPunct="1">
      <a:defRPr sz="1100" kern="1200">
        <a:solidFill>
          <a:schemeClr val="tx1"/>
        </a:solidFill>
        <a:latin typeface="Trebuchet M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  <a:srgbClr val="CC6600"/>
    <a:srgbClr val="FFCCCC"/>
    <a:srgbClr val="FFCF01"/>
    <a:srgbClr val="FFCC00"/>
    <a:srgbClr val="FFFF00"/>
    <a:srgbClr val="FF3300"/>
    <a:srgbClr val="FF9900"/>
    <a:srgbClr val="33CC33"/>
    <a:srgbClr val="79B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52" y="6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Clements" userId="911c9ef3-b55c-49c6-aa35-f4c78af2e0ef" providerId="ADAL" clId="{FC900850-184B-471F-9701-DBBBB306C1DA}"/>
    <pc:docChg chg="delSld">
      <pc:chgData name="Adrian Clements" userId="911c9ef3-b55c-49c6-aa35-f4c78af2e0ef" providerId="ADAL" clId="{FC900850-184B-471F-9701-DBBBB306C1DA}" dt="2026-05-13T12:12:13.040" v="17" actId="47"/>
      <pc:docMkLst>
        <pc:docMk/>
      </pc:docMkLst>
      <pc:sldChg chg="del">
        <pc:chgData name="Adrian Clements" userId="911c9ef3-b55c-49c6-aa35-f4c78af2e0ef" providerId="ADAL" clId="{FC900850-184B-471F-9701-DBBBB306C1DA}" dt="2026-05-13T12:11:54.691" v="4" actId="47"/>
        <pc:sldMkLst>
          <pc:docMk/>
          <pc:sldMk cId="1750866886" sldId="260"/>
        </pc:sldMkLst>
      </pc:sldChg>
      <pc:sldChg chg="del">
        <pc:chgData name="Adrian Clements" userId="911c9ef3-b55c-49c6-aa35-f4c78af2e0ef" providerId="ADAL" clId="{FC900850-184B-471F-9701-DBBBB306C1DA}" dt="2026-05-13T12:12:09.108" v="13" actId="47"/>
        <pc:sldMkLst>
          <pc:docMk/>
          <pc:sldMk cId="1812127003" sldId="397"/>
        </pc:sldMkLst>
      </pc:sldChg>
      <pc:sldChg chg="del">
        <pc:chgData name="Adrian Clements" userId="911c9ef3-b55c-49c6-aa35-f4c78af2e0ef" providerId="ADAL" clId="{FC900850-184B-471F-9701-DBBBB306C1DA}" dt="2026-05-13T12:12:07.029" v="11" actId="47"/>
        <pc:sldMkLst>
          <pc:docMk/>
          <pc:sldMk cId="0" sldId="494"/>
        </pc:sldMkLst>
      </pc:sldChg>
      <pc:sldChg chg="del">
        <pc:chgData name="Adrian Clements" userId="911c9ef3-b55c-49c6-aa35-f4c78af2e0ef" providerId="ADAL" clId="{FC900850-184B-471F-9701-DBBBB306C1DA}" dt="2026-05-13T12:12:08.023" v="12" actId="47"/>
        <pc:sldMkLst>
          <pc:docMk/>
          <pc:sldMk cId="0" sldId="495"/>
        </pc:sldMkLst>
      </pc:sldChg>
      <pc:sldChg chg="del">
        <pc:chgData name="Adrian Clements" userId="911c9ef3-b55c-49c6-aa35-f4c78af2e0ef" providerId="ADAL" clId="{FC900850-184B-471F-9701-DBBBB306C1DA}" dt="2026-05-13T12:11:58.176" v="6" actId="47"/>
        <pc:sldMkLst>
          <pc:docMk/>
          <pc:sldMk cId="0" sldId="508"/>
        </pc:sldMkLst>
      </pc:sldChg>
      <pc:sldChg chg="del">
        <pc:chgData name="Adrian Clements" userId="911c9ef3-b55c-49c6-aa35-f4c78af2e0ef" providerId="ADAL" clId="{FC900850-184B-471F-9701-DBBBB306C1DA}" dt="2026-05-13T12:12:05.466" v="10" actId="47"/>
        <pc:sldMkLst>
          <pc:docMk/>
          <pc:sldMk cId="2620997443" sldId="509"/>
        </pc:sldMkLst>
      </pc:sldChg>
      <pc:sldChg chg="del">
        <pc:chgData name="Adrian Clements" userId="911c9ef3-b55c-49c6-aa35-f4c78af2e0ef" providerId="ADAL" clId="{FC900850-184B-471F-9701-DBBBB306C1DA}" dt="2026-05-13T12:12:02.569" v="8" actId="47"/>
        <pc:sldMkLst>
          <pc:docMk/>
          <pc:sldMk cId="158516294" sldId="510"/>
        </pc:sldMkLst>
      </pc:sldChg>
      <pc:sldChg chg="del">
        <pc:chgData name="Adrian Clements" userId="911c9ef3-b55c-49c6-aa35-f4c78af2e0ef" providerId="ADAL" clId="{FC900850-184B-471F-9701-DBBBB306C1DA}" dt="2026-05-13T12:12:04.178" v="9" actId="47"/>
        <pc:sldMkLst>
          <pc:docMk/>
          <pc:sldMk cId="2058908932" sldId="511"/>
        </pc:sldMkLst>
      </pc:sldChg>
      <pc:sldChg chg="del">
        <pc:chgData name="Adrian Clements" userId="911c9ef3-b55c-49c6-aa35-f4c78af2e0ef" providerId="ADAL" clId="{FC900850-184B-471F-9701-DBBBB306C1DA}" dt="2026-05-13T12:12:13.040" v="17" actId="47"/>
        <pc:sldMkLst>
          <pc:docMk/>
          <pc:sldMk cId="3091703057" sldId="512"/>
        </pc:sldMkLst>
      </pc:sldChg>
      <pc:sldChg chg="del">
        <pc:chgData name="Adrian Clements" userId="911c9ef3-b55c-49c6-aa35-f4c78af2e0ef" providerId="ADAL" clId="{FC900850-184B-471F-9701-DBBBB306C1DA}" dt="2026-05-13T12:12:01.009" v="7" actId="47"/>
        <pc:sldMkLst>
          <pc:docMk/>
          <pc:sldMk cId="1055104965" sldId="513"/>
        </pc:sldMkLst>
      </pc:sldChg>
      <pc:sldChg chg="del">
        <pc:chgData name="Adrian Clements" userId="911c9ef3-b55c-49c6-aa35-f4c78af2e0ef" providerId="ADAL" clId="{FC900850-184B-471F-9701-DBBBB306C1DA}" dt="2026-05-13T12:11:56.328" v="5" actId="47"/>
        <pc:sldMkLst>
          <pc:docMk/>
          <pc:sldMk cId="3307542198" sldId="514"/>
        </pc:sldMkLst>
      </pc:sldChg>
      <pc:sldChg chg="del">
        <pc:chgData name="Adrian Clements" userId="911c9ef3-b55c-49c6-aa35-f4c78af2e0ef" providerId="ADAL" clId="{FC900850-184B-471F-9701-DBBBB306C1DA}" dt="2026-05-13T12:12:10.046" v="15" actId="47"/>
        <pc:sldMkLst>
          <pc:docMk/>
          <pc:sldMk cId="929059381" sldId="515"/>
        </pc:sldMkLst>
      </pc:sldChg>
      <pc:sldChg chg="del">
        <pc:chgData name="Adrian Clements" userId="911c9ef3-b55c-49c6-aa35-f4c78af2e0ef" providerId="ADAL" clId="{FC900850-184B-471F-9701-DBBBB306C1DA}" dt="2026-05-13T12:12:09.606" v="14" actId="47"/>
        <pc:sldMkLst>
          <pc:docMk/>
          <pc:sldMk cId="366601712" sldId="6255"/>
        </pc:sldMkLst>
      </pc:sldChg>
      <pc:sldChg chg="del">
        <pc:chgData name="Adrian Clements" userId="911c9ef3-b55c-49c6-aa35-f4c78af2e0ef" providerId="ADAL" clId="{FC900850-184B-471F-9701-DBBBB306C1DA}" dt="2026-05-13T12:12:10.516" v="16" actId="47"/>
        <pc:sldMkLst>
          <pc:docMk/>
          <pc:sldMk cId="692862217" sldId="6256"/>
        </pc:sldMkLst>
      </pc:sldChg>
      <pc:sldChg chg="del">
        <pc:chgData name="Adrian Clements" userId="911c9ef3-b55c-49c6-aa35-f4c78af2e0ef" providerId="ADAL" clId="{FC900850-184B-471F-9701-DBBBB306C1DA}" dt="2026-05-13T12:11:43.052" v="1" actId="47"/>
        <pc:sldMkLst>
          <pc:docMk/>
          <pc:sldMk cId="3804447380" sldId="6257"/>
        </pc:sldMkLst>
      </pc:sldChg>
      <pc:sldChg chg="del">
        <pc:chgData name="Adrian Clements" userId="911c9ef3-b55c-49c6-aa35-f4c78af2e0ef" providerId="ADAL" clId="{FC900850-184B-471F-9701-DBBBB306C1DA}" dt="2026-05-13T12:11:47.111" v="3" actId="47"/>
        <pc:sldMkLst>
          <pc:docMk/>
          <pc:sldMk cId="4114940768" sldId="6258"/>
        </pc:sldMkLst>
      </pc:sldChg>
      <pc:sldChg chg="del">
        <pc:chgData name="Adrian Clements" userId="911c9ef3-b55c-49c6-aa35-f4c78af2e0ef" providerId="ADAL" clId="{FC900850-184B-471F-9701-DBBBB306C1DA}" dt="2026-05-13T12:11:41.265" v="0" actId="47"/>
        <pc:sldMkLst>
          <pc:docMk/>
          <pc:sldMk cId="3665825723" sldId="6259"/>
        </pc:sldMkLst>
      </pc:sldChg>
      <pc:sldChg chg="del">
        <pc:chgData name="Adrian Clements" userId="911c9ef3-b55c-49c6-aa35-f4c78af2e0ef" providerId="ADAL" clId="{FC900850-184B-471F-9701-DBBBB306C1DA}" dt="2026-05-13T12:11:45.926" v="2" actId="47"/>
        <pc:sldMkLst>
          <pc:docMk/>
          <pc:sldMk cId="633091575" sldId="6261"/>
        </pc:sldMkLst>
      </pc:sldChg>
      <pc:sldMasterChg chg="delSldLayout">
        <pc:chgData name="Adrian Clements" userId="911c9ef3-b55c-49c6-aa35-f4c78af2e0ef" providerId="ADAL" clId="{FC900850-184B-471F-9701-DBBBB306C1DA}" dt="2026-05-13T12:12:09.606" v="14" actId="47"/>
        <pc:sldMasterMkLst>
          <pc:docMk/>
          <pc:sldMasterMk cId="331123166" sldId="2147483671"/>
        </pc:sldMasterMkLst>
        <pc:sldLayoutChg chg="del">
          <pc:chgData name="Adrian Clements" userId="911c9ef3-b55c-49c6-aa35-f4c78af2e0ef" providerId="ADAL" clId="{FC900850-184B-471F-9701-DBBBB306C1DA}" dt="2026-05-13T12:12:09.606" v="14" actId="47"/>
          <pc:sldLayoutMkLst>
            <pc:docMk/>
            <pc:sldMasterMk cId="331123166" sldId="2147483671"/>
            <pc:sldLayoutMk cId="1523956058" sldId="2147483681"/>
          </pc:sldLayoutMkLst>
        </pc:sldLayoutChg>
        <pc:sldLayoutChg chg="del">
          <pc:chgData name="Adrian Clements" userId="911c9ef3-b55c-49c6-aa35-f4c78af2e0ef" providerId="ADAL" clId="{FC900850-184B-471F-9701-DBBBB306C1DA}" dt="2026-05-13T12:11:54.691" v="4" actId="47"/>
          <pc:sldLayoutMkLst>
            <pc:docMk/>
            <pc:sldMasterMk cId="331123166" sldId="2147483671"/>
            <pc:sldLayoutMk cId="303526415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887054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60290" y="0"/>
            <a:ext cx="1396110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601" y="9616105"/>
            <a:ext cx="5324760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008813" y="9616104"/>
            <a:ext cx="847587" cy="2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fld id="{72D40834-CF73-46B3-8E88-7F82C2786FB5}" type="slidenum">
              <a:rPr lang="de-DE" sz="1000" b="1">
                <a:latin typeface="Trebuchet MS" panose="020B0603020202020204" pitchFamily="34" charset="0"/>
              </a:rPr>
              <a:pPr/>
              <a:t>‹#›</a:t>
            </a:fld>
            <a:endParaRPr lang="de-DE" sz="1000" b="1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317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257175"/>
            <a:ext cx="4770437" cy="3302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47021" y="3560415"/>
            <a:ext cx="6210048" cy="605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49D35BB-A04E-42E4-91D8-C53DFB65C0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887054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E03BE4-7EDE-4FB0-A983-9E77B2CD18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60290" y="0"/>
            <a:ext cx="1396110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A26D90E-059B-4752-A3FC-DFD9C7F6AC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601" y="9616105"/>
            <a:ext cx="5324760" cy="25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endParaRPr lang="de-DE" sz="800">
              <a:latin typeface="Trebuchet MS" panose="020B0603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C738762-3CCC-486E-B459-4248F14E10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08813" y="9616104"/>
            <a:ext cx="847587" cy="258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4" tIns="45561" rIns="91124" bIns="45561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fld id="{72D40834-CF73-46B3-8E88-7F82C2786FB5}" type="slidenum">
              <a:rPr lang="de-DE" sz="1000" b="1">
                <a:latin typeface="Trebuchet MS" panose="020B0603020202020204" pitchFamily="34" charset="0"/>
              </a:rPr>
              <a:pPr/>
              <a:t>‹#›</a:t>
            </a:fld>
            <a:endParaRPr lang="de-DE" sz="1000" b="1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typical</a:t>
            </a:r>
            <a:r>
              <a:rPr lang="de-DE"/>
              <a:t> </a:t>
            </a:r>
            <a:r>
              <a:rPr lang="de-DE" err="1"/>
              <a:t>questions</a:t>
            </a:r>
            <a:r>
              <a:rPr lang="de-DE"/>
              <a:t>: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legal </a:t>
            </a:r>
            <a:r>
              <a:rPr lang="de-DE" err="1"/>
              <a:t>binding</a:t>
            </a:r>
            <a:r>
              <a:rPr lang="de-DE"/>
              <a:t> </a:t>
            </a:r>
            <a:r>
              <a:rPr lang="de-DE" err="1"/>
              <a:t>thresholds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achive</a:t>
            </a:r>
            <a:r>
              <a:rPr lang="de-DE"/>
              <a:t> </a:t>
            </a:r>
            <a:r>
              <a:rPr lang="de-DE" err="1"/>
              <a:t>before</a:t>
            </a:r>
            <a:r>
              <a:rPr lang="de-DE"/>
              <a:t> </a:t>
            </a:r>
            <a:r>
              <a:rPr lang="de-DE" err="1"/>
              <a:t>discharging</a:t>
            </a:r>
            <a:r>
              <a:rPr lang="de-DE"/>
              <a:t> </a:t>
            </a:r>
            <a:r>
              <a:rPr lang="de-DE" err="1"/>
              <a:t>wastewater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process</a:t>
            </a:r>
            <a:r>
              <a:rPr lang="de-DE"/>
              <a:t> </a:t>
            </a:r>
            <a:r>
              <a:rPr lang="de-DE" err="1"/>
              <a:t>costs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 </a:t>
            </a:r>
            <a:r>
              <a:rPr lang="de-DE" err="1"/>
              <a:t>managament</a:t>
            </a:r>
            <a:r>
              <a:rPr lang="de-DE"/>
              <a:t>?</a:t>
            </a:r>
          </a:p>
          <a:p>
            <a:pPr marL="628650" lvl="1" indent="-171450">
              <a:buFontTx/>
              <a:buChar char="-"/>
            </a:pPr>
            <a:r>
              <a:rPr lang="de-DE" err="1"/>
              <a:t>potable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?</a:t>
            </a:r>
          </a:p>
          <a:p>
            <a:pPr marL="628650" lvl="1" indent="-171450">
              <a:buFontTx/>
              <a:buChar char="-"/>
            </a:pPr>
            <a:r>
              <a:rPr lang="de-DE" err="1"/>
              <a:t>surface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?</a:t>
            </a:r>
          </a:p>
          <a:p>
            <a:pPr marL="628650" lvl="1" indent="-171450">
              <a:buFontTx/>
              <a:buChar char="-"/>
            </a:pPr>
            <a:r>
              <a:rPr lang="de-DE" err="1"/>
              <a:t>desalinated</a:t>
            </a:r>
            <a:r>
              <a:rPr lang="de-DE"/>
              <a:t> </a:t>
            </a:r>
            <a:r>
              <a:rPr lang="de-DE" err="1"/>
              <a:t>process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?</a:t>
            </a:r>
          </a:p>
          <a:p>
            <a:pPr marL="628650" lvl="1" indent="-171450">
              <a:buFontTx/>
              <a:buChar char="-"/>
            </a:pPr>
            <a:r>
              <a:rPr lang="de-DE" err="1"/>
              <a:t>rainwater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costs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waste</a:t>
            </a:r>
            <a:r>
              <a:rPr lang="de-DE"/>
              <a:t> </a:t>
            </a:r>
            <a:r>
              <a:rPr lang="de-DE" err="1"/>
              <a:t>treatment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disposal</a:t>
            </a:r>
            <a:r>
              <a:rPr lang="de-DE"/>
              <a:t>/</a:t>
            </a:r>
            <a:r>
              <a:rPr lang="de-DE" err="1"/>
              <a:t>landfill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costs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additional </a:t>
            </a:r>
            <a:r>
              <a:rPr lang="de-DE" err="1"/>
              <a:t>wastewater</a:t>
            </a:r>
            <a:r>
              <a:rPr lang="de-DE"/>
              <a:t> </a:t>
            </a:r>
            <a:r>
              <a:rPr lang="de-DE" err="1"/>
              <a:t>treatment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prices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solved</a:t>
            </a:r>
            <a:r>
              <a:rPr lang="de-DE"/>
              <a:t> </a:t>
            </a:r>
            <a:r>
              <a:rPr lang="de-DE" err="1"/>
              <a:t>substances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process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,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re-used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type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substances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extracted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concentrated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 – </a:t>
            </a:r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</a:t>
            </a:r>
            <a:r>
              <a:rPr lang="de-DE" err="1"/>
              <a:t>secondary</a:t>
            </a:r>
            <a:r>
              <a:rPr lang="de-DE"/>
              <a:t> </a:t>
            </a:r>
            <a:r>
              <a:rPr lang="de-DE" err="1"/>
              <a:t>raw</a:t>
            </a:r>
            <a:r>
              <a:rPr lang="de-DE"/>
              <a:t> </a:t>
            </a:r>
            <a:r>
              <a:rPr lang="de-DE" err="1"/>
              <a:t>materials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risky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,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 </a:t>
            </a:r>
            <a:r>
              <a:rPr lang="de-DE" err="1"/>
              <a:t>treatment</a:t>
            </a:r>
            <a:r>
              <a:rPr lang="de-DE"/>
              <a:t> plant will not </a:t>
            </a:r>
            <a:r>
              <a:rPr lang="de-DE" err="1"/>
              <a:t>accept</a:t>
            </a:r>
            <a:r>
              <a:rPr lang="de-DE"/>
              <a:t> </a:t>
            </a:r>
            <a:r>
              <a:rPr lang="de-DE" err="1"/>
              <a:t>anymore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wastewater</a:t>
            </a:r>
            <a:r>
              <a:rPr lang="de-DE"/>
              <a:t> form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client</a:t>
            </a:r>
            <a:r>
              <a:rPr lang="de-DE"/>
              <a:t>? </a:t>
            </a:r>
            <a:r>
              <a:rPr lang="de-DE" err="1"/>
              <a:t>costs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riscs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flooding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 </a:t>
            </a:r>
            <a:r>
              <a:rPr lang="de-DE" err="1"/>
              <a:t>scarcity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happens</a:t>
            </a:r>
            <a:r>
              <a:rPr lang="de-DE"/>
              <a:t>,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clients</a:t>
            </a:r>
            <a:r>
              <a:rPr lang="de-DE"/>
              <a:t> </a:t>
            </a:r>
            <a:r>
              <a:rPr lang="de-DE" err="1"/>
              <a:t>wastewater</a:t>
            </a:r>
            <a:r>
              <a:rPr lang="de-DE"/>
              <a:t> </a:t>
            </a:r>
            <a:r>
              <a:rPr lang="de-DE" err="1"/>
              <a:t>emitted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sewage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nature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contaminating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water</a:t>
            </a:r>
            <a:r>
              <a:rPr lang="de-DE"/>
              <a:t> source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neighbours</a:t>
            </a:r>
            <a:r>
              <a:rPr lang="de-DE"/>
              <a:t>, </a:t>
            </a:r>
            <a:r>
              <a:rPr lang="de-DE" err="1"/>
              <a:t>regions</a:t>
            </a:r>
            <a:r>
              <a:rPr lang="de-DE"/>
              <a:t>?</a:t>
            </a:r>
          </a:p>
          <a:p>
            <a:pPr marL="171450" indent="-171450">
              <a:buFontTx/>
              <a:buChar char="-"/>
            </a:pPr>
            <a:r>
              <a:rPr lang="de-DE"/>
              <a:t>…..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40834-CF73-46B3-8E88-7F82C2786FB5}" type="slidenum">
              <a:rPr lang="de-DE" sz="1000" b="1" smtClean="0">
                <a:latin typeface="Trebuchet MS" panose="020B0603020202020204" pitchFamily="34" charset="0"/>
              </a:rPr>
              <a:pPr/>
              <a:t>1</a:t>
            </a:fld>
            <a:endParaRPr lang="de-DE" sz="1000" b="1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6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00709" y="2757027"/>
            <a:ext cx="7843935" cy="1793875"/>
          </a:xfrm>
        </p:spPr>
        <p:txBody>
          <a:bodyPr tIns="45720" bIns="45720"/>
          <a:lstStyle>
            <a:lvl1pPr>
              <a:defRPr sz="4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0709" y="4608757"/>
            <a:ext cx="7843935" cy="904328"/>
          </a:xfrm>
        </p:spPr>
        <p:txBody>
          <a:bodyPr tIns="45720" bIns="45720"/>
          <a:lstStyle>
            <a:lvl1pPr marL="0" indent="0">
              <a:buFont typeface="Wingdings" pitchFamily="2" charset="2"/>
              <a:buNone/>
              <a:defRPr sz="2000"/>
            </a:lvl1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3" name="Grafik 2" descr="Ein Bild, das Logo, Text, Diagramm, Symbol enthält.&#10;&#10;Automatisch generierte Beschreibung">
            <a:extLst>
              <a:ext uri="{FF2B5EF4-FFF2-40B4-BE49-F238E27FC236}">
                <a16:creationId xmlns:a16="http://schemas.microsoft.com/office/drawing/2014/main" id="{312E6B78-859A-86E4-E0D2-C9CB81EC5B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52" y="481665"/>
            <a:ext cx="1717095" cy="211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9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3274" y="58235"/>
            <a:ext cx="8814560" cy="58261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3274" y="1371600"/>
            <a:ext cx="8814560" cy="4889241"/>
          </a:xfrm>
        </p:spPr>
        <p:txBody>
          <a:bodyPr/>
          <a:lstStyle>
            <a:lvl1pPr>
              <a:buClr>
                <a:srgbClr val="125C14"/>
              </a:buClr>
              <a:defRPr>
                <a:latin typeface="+mj-lt"/>
              </a:defRPr>
            </a:lvl1pPr>
            <a:lvl2pPr>
              <a:buClr>
                <a:srgbClr val="125C14"/>
              </a:buClr>
              <a:defRPr>
                <a:latin typeface="+mj-lt"/>
              </a:defRPr>
            </a:lvl2pPr>
            <a:lvl3pPr>
              <a:buClr>
                <a:srgbClr val="125C14"/>
              </a:buClr>
              <a:defRPr>
                <a:latin typeface="+mj-lt"/>
              </a:defRPr>
            </a:lvl3pPr>
            <a:lvl4pPr>
              <a:buClr>
                <a:srgbClr val="125C14"/>
              </a:buClr>
              <a:defRPr>
                <a:latin typeface="+mj-lt"/>
              </a:defRPr>
            </a:lvl4pPr>
            <a:lvl5pPr>
              <a:buClr>
                <a:srgbClr val="125C14"/>
              </a:buClr>
              <a:defRPr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6EC6B2-8940-3895-8D1A-A3C33E2B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1993E6-B0D1-2D1E-58A6-471D2070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557ACF3-B2F1-F33C-206E-D66E6DA9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89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50839" y="1371600"/>
            <a:ext cx="4400947" cy="45339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16885" y="1371600"/>
            <a:ext cx="4400946" cy="45339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25CABA-7A20-E69B-6FC8-8AC7C82F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7D345A-B32D-BD33-4FE4-5EF922B7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B25C533-F74D-7C6D-1ADA-E5126B9A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9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4471" y="0"/>
            <a:ext cx="8915400" cy="61582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4470" y="990274"/>
            <a:ext cx="4376870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14470" y="1824497"/>
            <a:ext cx="4376870" cy="476239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951281" y="990274"/>
            <a:ext cx="4378590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951281" y="1824497"/>
            <a:ext cx="4378590" cy="476239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0C41C3-EDF6-718E-72AE-CAFCD0EF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BB513E7-3E71-8DD0-7D84-3F816B2C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1B0BA2D-EFD4-1887-6901-BBA89FA8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881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DEC74A-8445-885E-9F9A-09B46BE8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8E546E-CA41-45D1-332B-0EDF9CC3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867F573-3E42-F088-5A9A-8AF4FEBC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32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FFE5973-9D7F-8912-E3F6-850B4806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7E9287B-C3B5-D472-2732-2F762A19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F30DBE-B19A-77F2-14C0-C91DEA2E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771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5126" y="5134385"/>
            <a:ext cx="8170092" cy="566738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632137" y="612775"/>
            <a:ext cx="6536142" cy="45157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5126" y="5706973"/>
            <a:ext cx="8170092" cy="8048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136D99-98E4-F88D-E092-978C56AE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FE0757-F08C-EAB3-7867-56622B71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47A9A46-570D-954C-22A3-3A57988C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50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426152" y="964019"/>
            <a:ext cx="1298961" cy="5627304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33569" y="964019"/>
            <a:ext cx="7742207" cy="5627305"/>
          </a:xfrm>
        </p:spPr>
        <p:txBody>
          <a:bodyPr vert="eaVert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911D2D-266C-86F5-8045-26D8C91B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CCDC2C-D123-8B21-E84F-62EE6615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4F8655-8E2C-DD05-BE37-28D949C7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45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asic 1" userDrawn="1">
  <p:cSld name="1_Basic 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334070" y="6448133"/>
            <a:ext cx="7257709" cy="35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1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8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2023 Hydreatio Confidential</a:t>
            </a:r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sldNum" idx="12"/>
          </p:nvPr>
        </p:nvSpPr>
        <p:spPr>
          <a:xfrm>
            <a:off x="7637962" y="6448763"/>
            <a:ext cx="502533" cy="35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12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None/>
              <a:defRPr sz="1138" b="0" i="0" u="none" strike="noStrike" cap="none">
                <a:solidFill>
                  <a:srgbClr val="41508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0"/>
              </a:spcAft>
            </a:pPr>
            <a:fld id="{00000000-1234-1234-1234-123412341234}" type="slidenum">
              <a:rPr lang="en-US" smtClean="0"/>
              <a:pPr>
                <a:spcAft>
                  <a:spcPts val="0"/>
                </a:spcAft>
              </a:pPr>
              <a:t>‹#›</a:t>
            </a:fld>
            <a:endParaRPr lang="en-US"/>
          </a:p>
        </p:txBody>
      </p:sp>
      <p:sp>
        <p:nvSpPr>
          <p:cNvPr id="51" name="Google Shape;51;p36"/>
          <p:cNvSpPr txBox="1">
            <a:spLocks noGrp="1"/>
          </p:cNvSpPr>
          <p:nvPr>
            <p:ph type="title"/>
          </p:nvPr>
        </p:nvSpPr>
        <p:spPr>
          <a:xfrm>
            <a:off x="333451" y="694103"/>
            <a:ext cx="911597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2541"/>
              </a:buClr>
              <a:buSzPts val="2800"/>
              <a:buFont typeface="Arial"/>
              <a:buNone/>
              <a:defRPr sz="2275" b="0" i="0" u="none" strike="noStrike" cap="none">
                <a:solidFill>
                  <a:srgbClr val="1A25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63"/>
            </a:lvl9pPr>
          </a:lstStyle>
          <a:p>
            <a:endParaRPr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1626F36-8CB0-2BDC-A4AE-9F2C4B724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3084" y="1825625"/>
            <a:ext cx="74836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accent1">
                    <a:lumMod val="75000"/>
                  </a:schemeClr>
                </a:solidFill>
                <a:latin typeface="+mn-lt"/>
                <a:ea typeface="Roboto Slab" pitchFamily="2" charset="0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accent1">
                    <a:lumMod val="75000"/>
                  </a:schemeClr>
                </a:solidFill>
                <a:latin typeface="+mn-lt"/>
                <a:ea typeface="Roboto Slab" pitchFamily="2" charset="0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accent1">
                    <a:lumMod val="75000"/>
                  </a:schemeClr>
                </a:solidFill>
                <a:latin typeface="+mn-lt"/>
                <a:ea typeface="Roboto Slab" pitchFamily="2" charset="0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1">
                    <a:lumMod val="75000"/>
                  </a:schemeClr>
                </a:solidFill>
                <a:latin typeface="+mn-lt"/>
                <a:ea typeface="Roboto Slab" pitchFamily="2" charset="0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accent1">
                    <a:lumMod val="75000"/>
                  </a:schemeClr>
                </a:solidFill>
                <a:latin typeface="+mn-lt"/>
                <a:ea typeface="Roboto Slab" pitchFamily="2" charset="0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15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0840" y="58235"/>
            <a:ext cx="8966994" cy="58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AT"/>
              <a:t>Headline für Textseite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2813" y="1371600"/>
            <a:ext cx="9055021" cy="488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/>
              <a:t>Klicken Sie, um die Formate des Vorlagentextes zu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CB2F420-AC9F-476A-B02E-D0537D6FB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47074" y="6414118"/>
            <a:ext cx="658926" cy="432000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>
            <a:lvl1pPr algn="ctr">
              <a:defRPr sz="1733" b="1">
                <a:latin typeface="+mn-lt"/>
              </a:defRPr>
            </a:lvl1pPr>
          </a:lstStyle>
          <a:p>
            <a:fld id="{D70BDF87-7184-4843-B08F-2587E911EF8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Datumsplatzhalter 1">
            <a:extLst>
              <a:ext uri="{FF2B5EF4-FFF2-40B4-BE49-F238E27FC236}">
                <a16:creationId xmlns:a16="http://schemas.microsoft.com/office/drawing/2014/main" id="{CEA9DFBF-9A48-4603-A970-CF6BAA5EC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309781" y="6347228"/>
            <a:ext cx="816120" cy="1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F23EDE47-0508-43EC-B76E-CD92020870B4}" type="datetimeFigureOut">
              <a:rPr lang="fr-FR" smtClean="0"/>
              <a:pPr/>
              <a:t>13/05/2026</a:t>
            </a:fld>
            <a:endParaRPr lang="fr-FR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F8CFEA5E-18CA-4008-9CF7-1574AFCF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240" y="6671003"/>
            <a:ext cx="86760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fr-FR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F183D45-0A2B-0DCA-8E41-1CBFD5A6976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2840" y="759523"/>
            <a:ext cx="288000" cy="297890"/>
          </a:xfrm>
          <a:prstGeom prst="rect">
            <a:avLst/>
          </a:prstGeom>
        </p:spPr>
      </p:pic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DFD5E17-5D61-D318-E330-ADEA234E46FA}"/>
              </a:ext>
            </a:extLst>
          </p:cNvPr>
          <p:cNvCxnSpPr>
            <a:cxnSpLocks/>
          </p:cNvCxnSpPr>
          <p:nvPr userDrawn="1"/>
        </p:nvCxnSpPr>
        <p:spPr>
          <a:xfrm>
            <a:off x="376240" y="908468"/>
            <a:ext cx="9108000" cy="0"/>
          </a:xfrm>
          <a:prstGeom prst="straightConnector1">
            <a:avLst/>
          </a:prstGeom>
          <a:ln cap="sq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B546CAB3-E4C7-EBC6-55E7-7862EF30C5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557156" y="759523"/>
            <a:ext cx="288000" cy="2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96E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6"/>
        </a:buClr>
        <a:buSzPct val="10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accent4"/>
        </a:buClr>
        <a:buSzPct val="80000"/>
        <a:buFont typeface="Wingdings 3" panose="05040102010807070707" pitchFamily="18" charset="2"/>
        <a:buChar char="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rgbClr val="00B0F0"/>
        </a:buClr>
        <a:buSzPct val="80000"/>
        <a:buFont typeface="Wingdings 3" panose="05040102010807070707" pitchFamily="18" charset="2"/>
        <a:buChar char=""/>
        <a:defRPr sz="1800">
          <a:solidFill>
            <a:schemeClr val="tx1"/>
          </a:solidFill>
          <a:latin typeface="+mn-lt"/>
        </a:defRPr>
      </a:lvl3pPr>
      <a:lvl4pPr marL="1657350" indent="-285750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50000"/>
          </a:schemeClr>
        </a:buClr>
        <a:buFont typeface="Wingdings 3" panose="05040102010807070707" pitchFamily="18" charset="2"/>
        <a:buChar char=""/>
        <a:defRPr sz="1800">
          <a:solidFill>
            <a:schemeClr val="tx1"/>
          </a:solidFill>
          <a:latin typeface="Trebuchet MS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25C14"/>
        </a:buClr>
        <a:buFont typeface="Wingdings" pitchFamily="2" charset="2"/>
        <a:buChar char="§"/>
        <a:defRPr sz="1600">
          <a:solidFill>
            <a:schemeClr val="tx1"/>
          </a:solidFill>
          <a:latin typeface="Trebuchet MS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37A54DB-AF12-E755-9A1E-90D0FD61F0F8}"/>
              </a:ext>
            </a:extLst>
          </p:cNvPr>
          <p:cNvSpPr/>
          <p:nvPr/>
        </p:nvSpPr>
        <p:spPr bwMode="auto">
          <a:xfrm>
            <a:off x="7603020" y="3049483"/>
            <a:ext cx="1165746" cy="93196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6000"/>
                </a:schemeClr>
              </a:gs>
              <a:gs pos="32000">
                <a:srgbClr val="CC6600">
                  <a:alpha val="25882"/>
                </a:srgbClr>
              </a:gs>
              <a:gs pos="100000">
                <a:srgbClr val="993300">
                  <a:alpha val="65882"/>
                </a:srgbClr>
              </a:gs>
            </a:gsLst>
            <a:path path="circle">
              <a:fillToRect l="50000" t="50000" r="50000" b="50000"/>
            </a:path>
            <a:tileRect/>
          </a:gradFill>
          <a:ln w="22225" cap="flat" cmpd="sng" algn="ctr">
            <a:solidFill>
              <a:srgbClr val="99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WASTE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VALUE CREATION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 BROWN BOX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400" b="1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BBE4E7-1776-028F-07F4-D45476F26F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11B363-4F1C-1EEC-7D67-CA1038CEB8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70BDF87-7184-4843-B08F-2587E911EF82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8AB2BB-5B1A-EE54-169B-B3C20D878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15" y="256873"/>
            <a:ext cx="9115976" cy="468000"/>
          </a:xfrm>
        </p:spPr>
        <p:txBody>
          <a:bodyPr/>
          <a:lstStyle/>
          <a:p>
            <a:r>
              <a:rPr lang="en-GB" noProof="0" dirty="0"/>
              <a:t>Blue Circle water value creation box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B4C666C-77E7-524F-4565-3AA4492A28D6}"/>
              </a:ext>
            </a:extLst>
          </p:cNvPr>
          <p:cNvSpPr/>
          <p:nvPr/>
        </p:nvSpPr>
        <p:spPr bwMode="auto">
          <a:xfrm>
            <a:off x="4049808" y="1158676"/>
            <a:ext cx="1707939" cy="1503453"/>
          </a:xfrm>
          <a:prstGeom prst="rect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894" noProof="0" dirty="0"/>
          </a:p>
          <a:p>
            <a:pPr algn="ctr"/>
            <a:r>
              <a:rPr lang="en-GB" sz="894" noProof="0" dirty="0" err="1"/>
              <a:t>CLIENT‘s</a:t>
            </a:r>
            <a:r>
              <a:rPr lang="en-GB" sz="894" noProof="0" dirty="0"/>
              <a:t> </a:t>
            </a:r>
          </a:p>
          <a:p>
            <a:pPr algn="ctr"/>
            <a:r>
              <a:rPr lang="en-GB" sz="894" noProof="0" dirty="0"/>
              <a:t>Production / Manufacturing processing (black box)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ABEB02E1-747D-9153-AFF1-05E42AA4C0E0}"/>
              </a:ext>
            </a:extLst>
          </p:cNvPr>
          <p:cNvSpPr/>
          <p:nvPr/>
        </p:nvSpPr>
        <p:spPr bwMode="auto">
          <a:xfrm>
            <a:off x="5757747" y="1158676"/>
            <a:ext cx="3430701" cy="562461"/>
          </a:xfrm>
          <a:prstGeom prst="rightArrow">
            <a:avLst>
              <a:gd name="adj1" fmla="val 58783"/>
              <a:gd name="adj2" fmla="val 50000"/>
            </a:avLst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GB" sz="894" noProof="0" dirty="0"/>
              <a:t>Output: Products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F1D9E9AF-1A59-AFB2-8BF1-21EB5791D468}"/>
              </a:ext>
            </a:extLst>
          </p:cNvPr>
          <p:cNvSpPr/>
          <p:nvPr/>
        </p:nvSpPr>
        <p:spPr bwMode="auto">
          <a:xfrm>
            <a:off x="936566" y="1173141"/>
            <a:ext cx="3113241" cy="519874"/>
          </a:xfrm>
          <a:prstGeom prst="rightArrow">
            <a:avLst>
              <a:gd name="adj1" fmla="val 61939"/>
              <a:gd name="adj2" fmla="val 50000"/>
            </a:avLst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GB" sz="894" noProof="0" dirty="0"/>
              <a:t>Material Input</a:t>
            </a:r>
          </a:p>
        </p:txBody>
      </p:sp>
      <p:sp>
        <p:nvSpPr>
          <p:cNvPr id="12" name="Pfeil: gebogen 11">
            <a:extLst>
              <a:ext uri="{FF2B5EF4-FFF2-40B4-BE49-F238E27FC236}">
                <a16:creationId xmlns:a16="http://schemas.microsoft.com/office/drawing/2014/main" id="{E13286D6-F1B5-728D-67E9-7B72F0561ED7}"/>
              </a:ext>
            </a:extLst>
          </p:cNvPr>
          <p:cNvSpPr/>
          <p:nvPr/>
        </p:nvSpPr>
        <p:spPr bwMode="auto">
          <a:xfrm rot="16200000">
            <a:off x="2943008" y="2732603"/>
            <a:ext cx="1815360" cy="764183"/>
          </a:xfrm>
          <a:prstGeom prst="bentArrow">
            <a:avLst>
              <a:gd name="adj1" fmla="val 31719"/>
              <a:gd name="adj2" fmla="val 32718"/>
              <a:gd name="adj3" fmla="val 25000"/>
              <a:gd name="adj4" fmla="val 43750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13" name="Pfeil: gebogen 12">
            <a:extLst>
              <a:ext uri="{FF2B5EF4-FFF2-40B4-BE49-F238E27FC236}">
                <a16:creationId xmlns:a16="http://schemas.microsoft.com/office/drawing/2014/main" id="{B47A2642-E977-E63E-7310-AB64B306B5EC}"/>
              </a:ext>
            </a:extLst>
          </p:cNvPr>
          <p:cNvSpPr/>
          <p:nvPr/>
        </p:nvSpPr>
        <p:spPr bwMode="auto">
          <a:xfrm rot="10800000">
            <a:off x="3502367" y="3988329"/>
            <a:ext cx="5040998" cy="1105253"/>
          </a:xfrm>
          <a:prstGeom prst="bentArrow">
            <a:avLst>
              <a:gd name="adj1" fmla="val 12212"/>
              <a:gd name="adj2" fmla="val 13600"/>
              <a:gd name="adj3" fmla="val 16290"/>
              <a:gd name="adj4" fmla="val 43750"/>
            </a:avLst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938C2FA-F215-71E3-B29C-B87E47B440E0}"/>
              </a:ext>
            </a:extLst>
          </p:cNvPr>
          <p:cNvSpPr txBox="1"/>
          <p:nvPr/>
        </p:nvSpPr>
        <p:spPr>
          <a:xfrm>
            <a:off x="4268774" y="2710438"/>
            <a:ext cx="1406007" cy="6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53" noProof="0" dirty="0"/>
              <a:t>Reusable water</a:t>
            </a:r>
          </a:p>
          <a:p>
            <a:pPr marL="185738" indent="-185738">
              <a:buAutoNum type="alphaLcParenBoth"/>
            </a:pPr>
            <a:r>
              <a:rPr lang="en-GB" sz="853" noProof="0" dirty="0"/>
              <a:t>process water</a:t>
            </a:r>
          </a:p>
          <a:p>
            <a:pPr marL="185738" indent="-185738">
              <a:buAutoNum type="alphaLcParenBoth"/>
            </a:pPr>
            <a:r>
              <a:rPr lang="en-GB" sz="853" noProof="0" dirty="0"/>
              <a:t>minor quality water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F66D370-8FB4-E2CA-4447-9C19F56172E7}"/>
              </a:ext>
            </a:extLst>
          </p:cNvPr>
          <p:cNvSpPr txBox="1"/>
          <p:nvPr/>
        </p:nvSpPr>
        <p:spPr>
          <a:xfrm>
            <a:off x="2107199" y="4663316"/>
            <a:ext cx="14904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noProof="0" dirty="0"/>
              <a:t>Recycled substances</a:t>
            </a:r>
            <a:br>
              <a:rPr lang="en-GB" sz="900" noProof="0" dirty="0"/>
            </a:br>
            <a:r>
              <a:rPr lang="en-GB" sz="900" noProof="0" dirty="0"/>
              <a:t>(valuable materials) as secondary raw materials</a:t>
            </a:r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93D984F9-9D6C-DE41-6E2E-563F6722811D}"/>
              </a:ext>
            </a:extLst>
          </p:cNvPr>
          <p:cNvSpPr/>
          <p:nvPr/>
        </p:nvSpPr>
        <p:spPr bwMode="auto">
          <a:xfrm flipV="1">
            <a:off x="6550230" y="3208449"/>
            <a:ext cx="1041549" cy="543025"/>
          </a:xfrm>
          <a:prstGeom prst="bentArrow">
            <a:avLst>
              <a:gd name="adj1" fmla="val 23337"/>
              <a:gd name="adj2" fmla="val 25000"/>
              <a:gd name="adj3" fmla="val 25000"/>
              <a:gd name="adj4" fmla="val 43750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buClrTx/>
            </a:pPr>
            <a:endParaRPr lang="en-GB" sz="731" noProof="0" dirty="0"/>
          </a:p>
        </p:txBody>
      </p:sp>
      <p:sp>
        <p:nvSpPr>
          <p:cNvPr id="27" name="Pfeil: gebogen 26">
            <a:extLst>
              <a:ext uri="{FF2B5EF4-FFF2-40B4-BE49-F238E27FC236}">
                <a16:creationId xmlns:a16="http://schemas.microsoft.com/office/drawing/2014/main" id="{CF9724C7-C750-B4AF-A7A7-AD61A65DBE1C}"/>
              </a:ext>
            </a:extLst>
          </p:cNvPr>
          <p:cNvSpPr/>
          <p:nvPr/>
        </p:nvSpPr>
        <p:spPr bwMode="auto">
          <a:xfrm rot="5400000">
            <a:off x="4767800" y="477854"/>
            <a:ext cx="574214" cy="3583883"/>
          </a:xfrm>
          <a:prstGeom prst="bentArrow">
            <a:avLst>
              <a:gd name="adj1" fmla="val 39209"/>
              <a:gd name="adj2" fmla="val 32875"/>
              <a:gd name="adj3" fmla="val 0"/>
              <a:gd name="adj4" fmla="val 34518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882DE54-0814-5A49-5918-3D3E080C960B}"/>
              </a:ext>
            </a:extLst>
          </p:cNvPr>
          <p:cNvSpPr txBox="1"/>
          <p:nvPr/>
        </p:nvSpPr>
        <p:spPr>
          <a:xfrm>
            <a:off x="835086" y="2459024"/>
            <a:ext cx="1314378" cy="78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13" noProof="0" dirty="0"/>
              <a:t>Fresh Water Input from:</a:t>
            </a:r>
          </a:p>
          <a:p>
            <a:pPr marL="139303" indent="-139303">
              <a:buFontTx/>
              <a:buChar char="-"/>
            </a:pPr>
            <a:r>
              <a:rPr lang="en-GB" sz="813" noProof="0" dirty="0"/>
              <a:t>well, river, lakes</a:t>
            </a:r>
          </a:p>
          <a:p>
            <a:pPr marL="139303" indent="-139303">
              <a:buFontTx/>
              <a:buChar char="-"/>
            </a:pPr>
            <a:r>
              <a:rPr lang="en-GB" sz="813" noProof="0" dirty="0"/>
              <a:t>ocean (desalinated)</a:t>
            </a:r>
          </a:p>
          <a:p>
            <a:pPr marL="139303" indent="-139303">
              <a:buFontTx/>
              <a:buChar char="-"/>
            </a:pPr>
            <a:r>
              <a:rPr lang="en-GB" sz="813" noProof="0" dirty="0"/>
              <a:t>rain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671733C-14EA-5CAE-8172-2C36C6164AFB}"/>
              </a:ext>
            </a:extLst>
          </p:cNvPr>
          <p:cNvSpPr/>
          <p:nvPr/>
        </p:nvSpPr>
        <p:spPr bwMode="auto">
          <a:xfrm>
            <a:off x="3262965" y="1926861"/>
            <a:ext cx="4326865" cy="247244"/>
          </a:xfrm>
          <a:prstGeom prst="rightArrow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endParaRPr lang="en-GB" sz="894" noProof="0" dirty="0"/>
          </a:p>
        </p:txBody>
      </p:sp>
      <p:sp>
        <p:nvSpPr>
          <p:cNvPr id="3" name="Pfeil: nach rechts 8">
            <a:extLst>
              <a:ext uri="{FF2B5EF4-FFF2-40B4-BE49-F238E27FC236}">
                <a16:creationId xmlns:a16="http://schemas.microsoft.com/office/drawing/2014/main" id="{C32D13CC-F130-5BA6-9B55-834C1A69983D}"/>
              </a:ext>
            </a:extLst>
          </p:cNvPr>
          <p:cNvSpPr/>
          <p:nvPr/>
        </p:nvSpPr>
        <p:spPr bwMode="auto">
          <a:xfrm>
            <a:off x="934997" y="1774101"/>
            <a:ext cx="1419060" cy="671836"/>
          </a:xfrm>
          <a:prstGeom prst="rightArrow">
            <a:avLst>
              <a:gd name="adj1" fmla="val 59763"/>
              <a:gd name="adj2" fmla="val 50000"/>
            </a:avLst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GB" sz="894" noProof="0" dirty="0"/>
              <a:t>Utilities</a:t>
            </a:r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6108F884-ABFA-55E7-67F3-0F10837FFC46}"/>
              </a:ext>
            </a:extLst>
          </p:cNvPr>
          <p:cNvSpPr/>
          <p:nvPr/>
        </p:nvSpPr>
        <p:spPr bwMode="auto">
          <a:xfrm>
            <a:off x="2681165" y="3692890"/>
            <a:ext cx="1214092" cy="437123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00" noProof="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750F350-4445-D1A8-CBE4-0F31F4291765}"/>
              </a:ext>
            </a:extLst>
          </p:cNvPr>
          <p:cNvSpPr/>
          <p:nvPr/>
        </p:nvSpPr>
        <p:spPr bwMode="auto">
          <a:xfrm>
            <a:off x="897110" y="2091555"/>
            <a:ext cx="1419060" cy="115460"/>
          </a:xfrm>
          <a:prstGeom prst="rightArrow">
            <a:avLst/>
          </a:prstGeom>
          <a:solidFill>
            <a:srgbClr val="00B0F0"/>
          </a:solidFill>
          <a:ln w="952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>
              <a:solidFill>
                <a:schemeClr val="tx1"/>
              </a:solidFill>
              <a:latin typeface="Trebuchet MS" pitchFamily="34" charset="0"/>
            </a:endParaRPr>
          </a:p>
        </p:txBody>
      </p:sp>
      <p:sp>
        <p:nvSpPr>
          <p:cNvPr id="23" name="Arrow: U-Turn 22">
            <a:extLst>
              <a:ext uri="{FF2B5EF4-FFF2-40B4-BE49-F238E27FC236}">
                <a16:creationId xmlns:a16="http://schemas.microsoft.com/office/drawing/2014/main" id="{20C7E1CC-171A-9076-8BAC-39A1E130CFC8}"/>
              </a:ext>
            </a:extLst>
          </p:cNvPr>
          <p:cNvSpPr/>
          <p:nvPr/>
        </p:nvSpPr>
        <p:spPr bwMode="auto">
          <a:xfrm rot="16200000">
            <a:off x="-667835" y="2314836"/>
            <a:ext cx="3758425" cy="1724098"/>
          </a:xfrm>
          <a:prstGeom prst="uturnArrow">
            <a:avLst>
              <a:gd name="adj1" fmla="val 7269"/>
              <a:gd name="adj2" fmla="val 8862"/>
              <a:gd name="adj3" fmla="val 15620"/>
              <a:gd name="adj4" fmla="val 43750"/>
              <a:gd name="adj5" fmla="val 33891"/>
            </a:avLst>
          </a:prstGeom>
          <a:ln w="9525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>
              <a:solidFill>
                <a:schemeClr val="tx1"/>
              </a:solidFill>
              <a:latin typeface="Trebuchet MS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A381D2E-02B5-1D13-7AEC-A6E4E886B7B4}"/>
              </a:ext>
            </a:extLst>
          </p:cNvPr>
          <p:cNvSpPr/>
          <p:nvPr/>
        </p:nvSpPr>
        <p:spPr bwMode="auto">
          <a:xfrm>
            <a:off x="4250699" y="3336784"/>
            <a:ext cx="1352243" cy="989233"/>
          </a:xfrm>
          <a:prstGeom prst="rect">
            <a:avLst/>
          </a:prstGeom>
          <a:gradFill flip="none" rotWithShape="1">
            <a:gsLst>
              <a:gs pos="27000">
                <a:schemeClr val="accent4">
                  <a:lumMod val="5000"/>
                  <a:lumOff val="95000"/>
                </a:schemeClr>
              </a:gs>
              <a:gs pos="59000">
                <a:schemeClr val="accent4">
                  <a:lumMod val="20000"/>
                  <a:lumOff val="80000"/>
                  <a:alpha val="83000"/>
                </a:schemeClr>
              </a:gs>
              <a:gs pos="100000">
                <a:schemeClr val="accent4">
                  <a:lumMod val="60000"/>
                  <a:lumOff val="40000"/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buClrTx/>
            </a:pPr>
            <a:r>
              <a:rPr lang="en-GB" sz="975" b="1" noProof="0" dirty="0"/>
              <a:t>WATER RECYCLE</a:t>
            </a:r>
          </a:p>
          <a:p>
            <a:pPr algn="ctr" fontAlgn="base">
              <a:spcAft>
                <a:spcPct val="0"/>
              </a:spcAft>
              <a:buClrTx/>
            </a:pPr>
            <a:endParaRPr lang="en-GB" sz="975" b="1" noProof="0" dirty="0"/>
          </a:p>
          <a:p>
            <a:pPr algn="ctr" fontAlgn="base">
              <a:spcAft>
                <a:spcPct val="0"/>
              </a:spcAft>
              <a:buClrTx/>
            </a:pPr>
            <a:r>
              <a:rPr lang="en-GB" sz="975" b="1" noProof="0" dirty="0"/>
              <a:t>VALUE CREATION</a:t>
            </a:r>
          </a:p>
          <a:p>
            <a:pPr algn="ctr" fontAlgn="base">
              <a:spcAft>
                <a:spcPct val="0"/>
              </a:spcAft>
              <a:buClrTx/>
            </a:pPr>
            <a:r>
              <a:rPr lang="en-GB" sz="975" b="1" noProof="0" dirty="0"/>
              <a:t> BLUE BOX</a:t>
            </a:r>
          </a:p>
        </p:txBody>
      </p:sp>
      <p:sp>
        <p:nvSpPr>
          <p:cNvPr id="56" name="Pfeil: gebogen 11">
            <a:extLst>
              <a:ext uri="{FF2B5EF4-FFF2-40B4-BE49-F238E27FC236}">
                <a16:creationId xmlns:a16="http://schemas.microsoft.com/office/drawing/2014/main" id="{2EEE5E1C-D4A9-9872-8A9D-F9820E327FA6}"/>
              </a:ext>
            </a:extLst>
          </p:cNvPr>
          <p:cNvSpPr/>
          <p:nvPr/>
        </p:nvSpPr>
        <p:spPr bwMode="auto">
          <a:xfrm rot="10800000">
            <a:off x="5609911" y="2397854"/>
            <a:ext cx="1165746" cy="1624522"/>
          </a:xfrm>
          <a:prstGeom prst="bentArrow">
            <a:avLst>
              <a:gd name="adj1" fmla="val 19413"/>
              <a:gd name="adj2" fmla="val 13581"/>
              <a:gd name="adj3" fmla="val 25000"/>
              <a:gd name="adj4" fmla="val 43750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6CB930D-1E3F-F5A9-92AF-456A2327F8A1}"/>
              </a:ext>
            </a:extLst>
          </p:cNvPr>
          <p:cNvSpPr txBox="1"/>
          <p:nvPr/>
        </p:nvSpPr>
        <p:spPr>
          <a:xfrm>
            <a:off x="5812840" y="3986362"/>
            <a:ext cx="927739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75" dirty="0"/>
              <a:t>W</a:t>
            </a:r>
            <a:r>
              <a:rPr lang="en-GB" sz="975" noProof="0" dirty="0" err="1"/>
              <a:t>astewater</a:t>
            </a:r>
            <a:endParaRPr lang="en-GB" sz="975" noProof="0" dirty="0"/>
          </a:p>
        </p:txBody>
      </p:sp>
      <p:sp>
        <p:nvSpPr>
          <p:cNvPr id="59" name="Textfeld 16">
            <a:extLst>
              <a:ext uri="{FF2B5EF4-FFF2-40B4-BE49-F238E27FC236}">
                <a16:creationId xmlns:a16="http://schemas.microsoft.com/office/drawing/2014/main" id="{C7D33AEB-1F0C-F91A-2C93-A8A37FD7EA48}"/>
              </a:ext>
            </a:extLst>
          </p:cNvPr>
          <p:cNvSpPr txBox="1"/>
          <p:nvPr/>
        </p:nvSpPr>
        <p:spPr>
          <a:xfrm>
            <a:off x="6756563" y="3696025"/>
            <a:ext cx="674172" cy="2064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b="0" i="0" u="none" strike="noStrike" cap="none" normalizeH="0" baseline="0">
                <a:ln>
                  <a:noFill/>
                </a:ln>
                <a:effectLst/>
              </a:defRPr>
            </a:lvl1pPr>
          </a:lstStyle>
          <a:p>
            <a:pPr algn="l"/>
            <a:r>
              <a:rPr lang="en-GB" sz="900" noProof="0" dirty="0"/>
              <a:t>Concentrate</a:t>
            </a:r>
          </a:p>
        </p:txBody>
      </p:sp>
      <p:sp>
        <p:nvSpPr>
          <p:cNvPr id="38" name="Pfeil: nach rechts 25">
            <a:extLst>
              <a:ext uri="{FF2B5EF4-FFF2-40B4-BE49-F238E27FC236}">
                <a16:creationId xmlns:a16="http://schemas.microsoft.com/office/drawing/2014/main" id="{8A1BE110-2C17-666C-2DCB-A80F23F36B01}"/>
              </a:ext>
            </a:extLst>
          </p:cNvPr>
          <p:cNvSpPr/>
          <p:nvPr/>
        </p:nvSpPr>
        <p:spPr bwMode="auto">
          <a:xfrm flipH="1" flipV="1">
            <a:off x="3597631" y="3990474"/>
            <a:ext cx="4590292" cy="649313"/>
          </a:xfrm>
          <a:prstGeom prst="bentArrow">
            <a:avLst>
              <a:gd name="adj1" fmla="val 16331"/>
              <a:gd name="adj2" fmla="val 7853"/>
              <a:gd name="adj3" fmla="val 50000"/>
              <a:gd name="adj4" fmla="val 54348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Aft>
                <a:spcPct val="0"/>
              </a:spcAft>
              <a:buClrTx/>
            </a:pPr>
            <a:endParaRPr lang="en-GB" sz="731" noProof="0" dirty="0"/>
          </a:p>
        </p:txBody>
      </p:sp>
      <p:sp>
        <p:nvSpPr>
          <p:cNvPr id="43" name="Textfeld 16">
            <a:extLst>
              <a:ext uri="{FF2B5EF4-FFF2-40B4-BE49-F238E27FC236}">
                <a16:creationId xmlns:a16="http://schemas.microsoft.com/office/drawing/2014/main" id="{0E810A57-F863-63CC-5FC4-D67FDB7D4493}"/>
              </a:ext>
            </a:extLst>
          </p:cNvPr>
          <p:cNvSpPr txBox="1"/>
          <p:nvPr/>
        </p:nvSpPr>
        <p:spPr>
          <a:xfrm>
            <a:off x="7741596" y="4692606"/>
            <a:ext cx="295263" cy="2064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b="0" i="0" u="none" strike="noStrike" cap="none" normalizeH="0" baseline="0">
                <a:ln>
                  <a:noFill/>
                </a:ln>
                <a:effectLst/>
              </a:defRPr>
            </a:lvl1pPr>
          </a:lstStyle>
          <a:p>
            <a:pPr algn="l"/>
            <a:r>
              <a:rPr lang="en-GB" sz="900" noProof="0" dirty="0"/>
              <a:t>Solids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9BFDF9-6BA3-8BE5-EC84-245467886616}"/>
              </a:ext>
            </a:extLst>
          </p:cNvPr>
          <p:cNvSpPr/>
          <p:nvPr/>
        </p:nvSpPr>
        <p:spPr bwMode="auto">
          <a:xfrm>
            <a:off x="2316170" y="1693015"/>
            <a:ext cx="946796" cy="111709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6000"/>
                </a:schemeClr>
              </a:gs>
              <a:gs pos="51000">
                <a:schemeClr val="bg1">
                  <a:lumMod val="95000"/>
                  <a:alpha val="97000"/>
                </a:schemeClr>
              </a:gs>
              <a:gs pos="100000">
                <a:schemeClr val="bg1">
                  <a:lumMod val="75000"/>
                  <a:alpha val="82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PREFILTRATION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VALUE CREATION 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GREY BOX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400" b="1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D43C1F-7B7B-61A9-450E-95482C5FCFB9}"/>
              </a:ext>
            </a:extLst>
          </p:cNvPr>
          <p:cNvSpPr/>
          <p:nvPr/>
        </p:nvSpPr>
        <p:spPr bwMode="auto">
          <a:xfrm>
            <a:off x="7603020" y="1705713"/>
            <a:ext cx="1165746" cy="851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6000"/>
                </a:schemeClr>
              </a:gs>
              <a:gs pos="32000">
                <a:srgbClr val="FFCCCC">
                  <a:shade val="67500"/>
                  <a:satMod val="115000"/>
                  <a:alpha val="26000"/>
                </a:srgbClr>
              </a:gs>
              <a:gs pos="100000">
                <a:srgbClr val="FFCCCC">
                  <a:shade val="100000"/>
                  <a:satMod val="115000"/>
                  <a:alpha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noProof="0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noProof="0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dirty="0"/>
              <a:t>EMERGENCY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de-DE" sz="894" b="1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VALUE CREATION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de-DE" sz="894" b="1" noProof="0" dirty="0"/>
              <a:t> RED BOX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300" b="1" noProof="0" dirty="0"/>
          </a:p>
        </p:txBody>
      </p:sp>
      <p:sp>
        <p:nvSpPr>
          <p:cNvPr id="40" name="Pfeil: gebogen 12">
            <a:extLst>
              <a:ext uri="{FF2B5EF4-FFF2-40B4-BE49-F238E27FC236}">
                <a16:creationId xmlns:a16="http://schemas.microsoft.com/office/drawing/2014/main" id="{871E361A-7201-0047-D2E6-52B3B3CC3AEE}"/>
              </a:ext>
            </a:extLst>
          </p:cNvPr>
          <p:cNvSpPr/>
          <p:nvPr/>
        </p:nvSpPr>
        <p:spPr bwMode="auto">
          <a:xfrm rot="5400000">
            <a:off x="8502577" y="3781964"/>
            <a:ext cx="837679" cy="292891"/>
          </a:xfrm>
          <a:prstGeom prst="bentArrow">
            <a:avLst>
              <a:gd name="adj1" fmla="val 17326"/>
              <a:gd name="adj2" fmla="val 15860"/>
              <a:gd name="adj3" fmla="val 10895"/>
              <a:gd name="adj4" fmla="val 43750"/>
            </a:avLst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45" name="Textfeld 16">
            <a:extLst>
              <a:ext uri="{FF2B5EF4-FFF2-40B4-BE49-F238E27FC236}">
                <a16:creationId xmlns:a16="http://schemas.microsoft.com/office/drawing/2014/main" id="{9F263FCA-47DA-B753-7793-4C575251485D}"/>
              </a:ext>
            </a:extLst>
          </p:cNvPr>
          <p:cNvSpPr txBox="1"/>
          <p:nvPr/>
        </p:nvSpPr>
        <p:spPr>
          <a:xfrm>
            <a:off x="8813734" y="4347249"/>
            <a:ext cx="374714" cy="2064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marR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 kumimoji="0" b="0" i="0" u="none" strike="noStrike" cap="none" normalizeH="0" baseline="0">
                <a:ln>
                  <a:noFill/>
                </a:ln>
                <a:effectLst/>
              </a:defRPr>
            </a:lvl1pPr>
          </a:lstStyle>
          <a:p>
            <a:pPr algn="l"/>
            <a:r>
              <a:rPr lang="en-GB" sz="900" noProof="0" dirty="0"/>
              <a:t>Waste</a:t>
            </a:r>
          </a:p>
        </p:txBody>
      </p:sp>
      <p:sp>
        <p:nvSpPr>
          <p:cNvPr id="46" name="Pfeil: gebogen 11">
            <a:extLst>
              <a:ext uri="{FF2B5EF4-FFF2-40B4-BE49-F238E27FC236}">
                <a16:creationId xmlns:a16="http://schemas.microsoft.com/office/drawing/2014/main" id="{99213129-6791-EEB0-3FDB-BD1F0FC8A284}"/>
              </a:ext>
            </a:extLst>
          </p:cNvPr>
          <p:cNvSpPr/>
          <p:nvPr/>
        </p:nvSpPr>
        <p:spPr bwMode="auto">
          <a:xfrm rot="16200000">
            <a:off x="3836639" y="3542283"/>
            <a:ext cx="657075" cy="1545234"/>
          </a:xfrm>
          <a:prstGeom prst="bentArrow">
            <a:avLst>
              <a:gd name="adj1" fmla="val 17005"/>
              <a:gd name="adj2" fmla="val 13581"/>
              <a:gd name="adj3" fmla="val 25000"/>
              <a:gd name="adj4" fmla="val 43750"/>
            </a:avLst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endParaRPr lang="en-GB" sz="894" noProof="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7CF5D83-5B29-7769-2B2B-8BE50F0E5D33}"/>
              </a:ext>
            </a:extLst>
          </p:cNvPr>
          <p:cNvSpPr/>
          <p:nvPr/>
        </p:nvSpPr>
        <p:spPr bwMode="auto">
          <a:xfrm>
            <a:off x="8777731" y="1908602"/>
            <a:ext cx="410717" cy="206461"/>
          </a:xfrm>
          <a:prstGeom prst="rightArrow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endParaRPr lang="en-GB" sz="894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1DB660-17D1-D2A7-FEC8-3E668029257C}"/>
              </a:ext>
            </a:extLst>
          </p:cNvPr>
          <p:cNvSpPr txBox="1"/>
          <p:nvPr/>
        </p:nvSpPr>
        <p:spPr>
          <a:xfrm>
            <a:off x="1705363" y="3766739"/>
            <a:ext cx="112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Tx/>
            </a:pPr>
            <a:r>
              <a:rPr lang="en-GB" sz="900" noProof="0" dirty="0"/>
              <a:t>Eventual legal compliant limit</a:t>
            </a:r>
          </a:p>
        </p:txBody>
      </p:sp>
    </p:spTree>
    <p:extLst>
      <p:ext uri="{BB962C8B-B14F-4D97-AF65-F5344CB8AC3E}">
        <p14:creationId xmlns:p14="http://schemas.microsoft.com/office/powerpoint/2010/main" val="86144787"/>
      </p:ext>
    </p:extLst>
  </p:cSld>
  <p:clrMapOvr>
    <a:masterClrMapping/>
  </p:clrMapOvr>
</p:sld>
</file>

<file path=ppt/theme/theme1.xml><?xml version="1.0" encoding="utf-8"?>
<a:theme xmlns:a="http://schemas.openxmlformats.org/drawingml/2006/main" name="1_PraesVorlage MFschlicht 2008-08-05">
  <a:themeElements>
    <a:clrScheme name="_StudioSbg">
      <a:dk1>
        <a:sysClr val="windowText" lastClr="000000"/>
      </a:dk1>
      <a:lt1>
        <a:sysClr val="window" lastClr="FFFFFF"/>
      </a:lt1>
      <a:dk2>
        <a:srgbClr val="28B34B"/>
      </a:dk2>
      <a:lt2>
        <a:srgbClr val="D1E9CE"/>
      </a:lt2>
      <a:accent1>
        <a:srgbClr val="28B34B"/>
      </a:accent1>
      <a:accent2>
        <a:srgbClr val="91CD90"/>
      </a:accent2>
      <a:accent3>
        <a:srgbClr val="D1E9CE"/>
      </a:accent3>
      <a:accent4>
        <a:srgbClr val="366092"/>
      </a:accent4>
      <a:accent5>
        <a:srgbClr val="FFC000"/>
      </a:accent5>
      <a:accent6>
        <a:srgbClr val="C00000"/>
      </a:accent6>
      <a:hlink>
        <a:srgbClr val="0000FF"/>
      </a:hlink>
      <a:folHlink>
        <a:srgbClr val="800080"/>
      </a:folHlink>
    </a:clrScheme>
    <a:fontScheme name="Lysithea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lnDef>
  </a:objectDefaults>
  <a:extraClrSchemeLst>
    <a:extraClrScheme>
      <a:clrScheme name="PraesVorlage MFschlicht 2008-08-0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Vorlage MFschlicht 2008-08-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8">
        <a:dk1>
          <a:srgbClr val="333333"/>
        </a:dk1>
        <a:lt1>
          <a:srgbClr val="FFFFFF"/>
        </a:lt1>
        <a:dk2>
          <a:srgbClr val="0082B6"/>
        </a:dk2>
        <a:lt2>
          <a:srgbClr val="DDDDDD"/>
        </a:lt2>
        <a:accent1>
          <a:srgbClr val="0082B6"/>
        </a:accent1>
        <a:accent2>
          <a:srgbClr val="5F5F5F"/>
        </a:accent2>
        <a:accent3>
          <a:srgbClr val="FFFFFF"/>
        </a:accent3>
        <a:accent4>
          <a:srgbClr val="2A2A2A"/>
        </a:accent4>
        <a:accent5>
          <a:srgbClr val="AAC1D7"/>
        </a:accent5>
        <a:accent6>
          <a:srgbClr val="555555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9">
        <a:dk1>
          <a:srgbClr val="333333"/>
        </a:dk1>
        <a:lt1>
          <a:srgbClr val="FFFFFF"/>
        </a:lt1>
        <a:dk2>
          <a:srgbClr val="0082B6"/>
        </a:dk2>
        <a:lt2>
          <a:srgbClr val="DDDDDD"/>
        </a:lt2>
        <a:accent1>
          <a:srgbClr val="0082B6"/>
        </a:accent1>
        <a:accent2>
          <a:srgbClr val="807F84"/>
        </a:accent2>
        <a:accent3>
          <a:srgbClr val="FFFFFF"/>
        </a:accent3>
        <a:accent4>
          <a:srgbClr val="2A2A2A"/>
        </a:accent4>
        <a:accent5>
          <a:srgbClr val="AAC1D7"/>
        </a:accent5>
        <a:accent6>
          <a:srgbClr val="737277"/>
        </a:accent6>
        <a:hlink>
          <a:srgbClr val="E3E5E6"/>
        </a:hlink>
        <a:folHlink>
          <a:srgbClr val="C3C5C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Vorlage MFschlicht 2008-08-05 10">
        <a:dk1>
          <a:srgbClr val="333333"/>
        </a:dk1>
        <a:lt1>
          <a:srgbClr val="FFFFFF"/>
        </a:lt1>
        <a:dk2>
          <a:srgbClr val="0082B6"/>
        </a:dk2>
        <a:lt2>
          <a:srgbClr val="DDDDDD"/>
        </a:lt2>
        <a:accent1>
          <a:srgbClr val="E3E5E6"/>
        </a:accent1>
        <a:accent2>
          <a:srgbClr val="807F84"/>
        </a:accent2>
        <a:accent3>
          <a:srgbClr val="FFFFFF"/>
        </a:accent3>
        <a:accent4>
          <a:srgbClr val="2A2A2A"/>
        </a:accent4>
        <a:accent5>
          <a:srgbClr val="EFF0F0"/>
        </a:accent5>
        <a:accent6>
          <a:srgbClr val="737277"/>
        </a:accent6>
        <a:hlink>
          <a:srgbClr val="0082B6"/>
        </a:hlink>
        <a:folHlink>
          <a:srgbClr val="C3C5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ORLAGE MF-Consulting.potx" id="{93796C6E-83C8-4CB6-87B3-8C8DD32588E4}" vid="{09D96CC9-2F44-4AF3-A870-FB90D2FFF0ED}"/>
    </a:ext>
  </a:extLst>
</a:theme>
</file>

<file path=ppt/theme/theme2.xml><?xml version="1.0" encoding="utf-8"?>
<a:theme xmlns:a="http://schemas.openxmlformats.org/drawingml/2006/main" name="Larissa-Design">
  <a:themeElements>
    <a:clrScheme name="_StudioSbg">
      <a:dk1>
        <a:sysClr val="windowText" lastClr="000000"/>
      </a:dk1>
      <a:lt1>
        <a:sysClr val="window" lastClr="FFFFFF"/>
      </a:lt1>
      <a:dk2>
        <a:srgbClr val="28B34B"/>
      </a:dk2>
      <a:lt2>
        <a:srgbClr val="D1E9CE"/>
      </a:lt2>
      <a:accent1>
        <a:srgbClr val="28B34B"/>
      </a:accent1>
      <a:accent2>
        <a:srgbClr val="91CD90"/>
      </a:accent2>
      <a:accent3>
        <a:srgbClr val="D1E9CE"/>
      </a:accent3>
      <a:accent4>
        <a:srgbClr val="366092"/>
      </a:accent4>
      <a:accent5>
        <a:srgbClr val="FFC000"/>
      </a:accent5>
      <a:accent6>
        <a:srgbClr val="C00000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_StudioSbg">
      <a:dk1>
        <a:sysClr val="windowText" lastClr="000000"/>
      </a:dk1>
      <a:lt1>
        <a:sysClr val="window" lastClr="FFFFFF"/>
      </a:lt1>
      <a:dk2>
        <a:srgbClr val="28B34B"/>
      </a:dk2>
      <a:lt2>
        <a:srgbClr val="D1E9CE"/>
      </a:lt2>
      <a:accent1>
        <a:srgbClr val="28B34B"/>
      </a:accent1>
      <a:accent2>
        <a:srgbClr val="91CD90"/>
      </a:accent2>
      <a:accent3>
        <a:srgbClr val="D1E9CE"/>
      </a:accent3>
      <a:accent4>
        <a:srgbClr val="366092"/>
      </a:accent4>
      <a:accent5>
        <a:srgbClr val="FFC000"/>
      </a:accent5>
      <a:accent6>
        <a:srgbClr val="C00000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 FCSS</Template>
  <TotalTime>0</TotalTime>
  <Words>239</Words>
  <Application>Microsoft Office PowerPoint</Application>
  <PresentationFormat>A4 Paper (210x297 mm)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Times New Roman</vt:lpstr>
      <vt:lpstr>Trebuchet MS</vt:lpstr>
      <vt:lpstr>Wingdings</vt:lpstr>
      <vt:lpstr>Wingdings 3</vt:lpstr>
      <vt:lpstr>1_PraesVorlage MFschlicht 2008-08-05</vt:lpstr>
      <vt:lpstr>Blue Circle water value creation 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konkretes Thema</dc:subject>
  <dc:creator>Studio Salzburg</dc:creator>
  <dc:description/>
  <cp:lastModifiedBy>Adrian Clements</cp:lastModifiedBy>
  <cp:revision>2</cp:revision>
  <cp:lastPrinted>2024-09-18T15:07:24Z</cp:lastPrinted>
  <dcterms:created xsi:type="dcterms:W3CDTF">2024-09-16T07:22:14Z</dcterms:created>
  <dcterms:modified xsi:type="dcterms:W3CDTF">2026-05-13T12:12:20Z</dcterms:modified>
  <cp:category>Präsentation</cp:category>
</cp:coreProperties>
</file>